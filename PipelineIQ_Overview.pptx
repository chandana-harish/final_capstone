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32C5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132C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/home/claude/pipelineiq/icons/bol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832104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PIPELINEIQ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DevOps Intelligence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your CI/CD pipelines fail — and get clear, AI-powered fixes — in minutes, not hours.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5989320"/>
            <a:ext cx="2157984" cy="384048"/>
          </a:xfrm>
          <a:prstGeom prst="roundRect">
            <a:avLst>
              <a:gd name="adj" fmla="val 19048"/>
            </a:avLst>
          </a:prstGeom>
          <a:solidFill>
            <a:srgbClr val="132C52"/>
          </a:solidFill>
          <a:ln w="9525">
            <a:solidFill>
              <a:srgbClr val="264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59893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80944" y="598932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32C52"/>
          </a:solidFill>
          <a:ln w="9525">
            <a:solidFill>
              <a:srgbClr val="264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80944" y="5989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37176" y="5989320"/>
            <a:ext cx="1380744" cy="384048"/>
          </a:xfrm>
          <a:prstGeom prst="roundRect">
            <a:avLst>
              <a:gd name="adj" fmla="val 19048"/>
            </a:avLst>
          </a:prstGeom>
          <a:solidFill>
            <a:srgbClr val="132C52"/>
          </a:solidFill>
          <a:ln w="9525">
            <a:solidFill>
              <a:srgbClr val="2640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37176" y="598932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82512" y="59893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32C52"/>
          </a:solidFill>
          <a:ln w="9525">
            <a:solidFill>
              <a:srgbClr val="2640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5989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failures cost teams hours, not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ship fast, but diagnosing a broken GitHub Actions run still means scrolling raw logs across services, guessing at root cause, and hoping the same failure doesn't repeat.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93592" cy="38404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43200"/>
            <a:ext cx="658368" cy="658368"/>
          </a:xfrm>
          <a:prstGeom prst="ellipse">
            <a:avLst/>
          </a:prstGeom>
          <a:solidFill>
            <a:srgbClr val="FDEDE3"/>
          </a:solidFill>
          <a:ln/>
        </p:spPr>
      </p:sp>
      <p:pic>
        <p:nvPicPr>
          <p:cNvPr id="7" name="Image 0" descr="/home/claude/pipelineiq/icons/search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9077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raw logs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087368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hide inside long, unstructured GitHub Actions output that takes real effort to parse.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331720"/>
            <a:ext cx="3593592" cy="38404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743200"/>
            <a:ext cx="658368" cy="658368"/>
          </a:xfrm>
          <a:prstGeom prst="ellipse">
            <a:avLst/>
          </a:prstGeom>
          <a:solidFill>
            <a:srgbClr val="FDEDE3"/>
          </a:solidFill>
          <a:ln/>
        </p:spPr>
      </p:sp>
      <p:pic>
        <p:nvPicPr>
          <p:cNvPr id="12" name="Image 1" descr="/home/claude/pipelineiq/icons/clo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90779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6118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00600" y="4087368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across multiple repos and workflows delays every release cycle.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331720"/>
            <a:ext cx="3593592" cy="38404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743200"/>
            <a:ext cx="658368" cy="658368"/>
          </a:xfrm>
          <a:prstGeom prst="ellipse">
            <a:avLst/>
          </a:prstGeom>
          <a:solidFill>
            <a:srgbClr val="FDEDE3"/>
          </a:solidFill>
          <a:ln/>
        </p:spPr>
      </p:sp>
      <p:pic>
        <p:nvPicPr>
          <p:cNvPr id="17" name="Image 2" descr="/home/claude/pipelineiq/icons/warning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90779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61188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failures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41080" y="4087368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pattern analysis, the same root causes keep breaking future pipeline runs.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end-to-end pipeline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83664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6" name="Image 0" descr="/home/claude/pipelineiq/icons/shiel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20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Microsoft Entra ID for enterprise-grade identity and access control.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627632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1883664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1" name="Image 1" descr="/home/claude/pipelineiq/icons/githu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208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288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36592" y="246888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GitHub account and select the repositories you want to monitor.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627632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1883664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6" name="Image 2" descr="/home/claude/pipelineiq/icons/play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0208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8288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pipelines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77072" y="246888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GitHub Actions workflows and trigger pipeline runs directly from the dashboard.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22776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1" name="Image 3" descr="/home/claude/pipelineiq/icons/char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0599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8679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failures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450799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run status and surface failing pipelines across every connected repository.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3666744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3922776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6" name="Image 4" descr="/home/claude/pipelineiq/icons/search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0599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8679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logs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36592" y="450799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logs are parsed and analyzed automatically to pinpoint the failure point.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3666744"/>
            <a:ext cx="359359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77072" y="3922776"/>
            <a:ext cx="530352" cy="53035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1" name="Image 5" descr="/home/claude/pipelineiq/icons/robot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405993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38679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remediation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77072" y="450799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clear, AI-generated fix suggestions powered by Azure AI with Gemini fallback.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microservices, one async backbone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built and deployed services communicate asynchronously through Azure Service Bus.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6" name="Shape 4"/>
          <p:cNvSpPr/>
          <p:nvPr/>
        </p:nvSpPr>
        <p:spPr>
          <a:xfrm>
            <a:off x="1627632" y="20574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ipelineiq/icons/shiel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1854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609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28416" y="1874520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10" name="Shape 7"/>
          <p:cNvSpPr/>
          <p:nvPr/>
        </p:nvSpPr>
        <p:spPr>
          <a:xfrm>
            <a:off x="4315968" y="20574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ipelineiq/icons/char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1854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9856" y="26609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16752" y="1874520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14" name="Shape 10"/>
          <p:cNvSpPr/>
          <p:nvPr/>
        </p:nvSpPr>
        <p:spPr>
          <a:xfrm>
            <a:off x="7004304" y="20574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pipelineiq/icons/github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854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08192" y="26609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705088" y="1874520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18" name="Shape 13"/>
          <p:cNvSpPr/>
          <p:nvPr/>
        </p:nvSpPr>
        <p:spPr>
          <a:xfrm>
            <a:off x="9692640" y="20574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pipelineiq/icons/play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6" y="218541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96528" y="26609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Runner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3447288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22" name="Shape 16"/>
          <p:cNvSpPr/>
          <p:nvPr/>
        </p:nvSpPr>
        <p:spPr>
          <a:xfrm>
            <a:off x="1627632" y="363016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pipelineiq/icons/search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375818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423367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Analyzer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328416" y="3447288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26" name="Shape 19"/>
          <p:cNvSpPr/>
          <p:nvPr/>
        </p:nvSpPr>
        <p:spPr>
          <a:xfrm>
            <a:off x="4315968" y="363016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/home/claude/pipelineiq/icons/robot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375818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19856" y="423367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Service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016752" y="3447288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30" name="Shape 22"/>
          <p:cNvSpPr/>
          <p:nvPr/>
        </p:nvSpPr>
        <p:spPr>
          <a:xfrm>
            <a:off x="7004304" y="363016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/home/claude/pipelineiq/icons/route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3758184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08192" y="423367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Service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705088" y="3447288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132C52"/>
          </a:solidFill>
          <a:ln/>
        </p:spPr>
      </p:sp>
      <p:sp>
        <p:nvSpPr>
          <p:cNvPr id="34" name="Shape 25"/>
          <p:cNvSpPr/>
          <p:nvPr/>
        </p:nvSpPr>
        <p:spPr>
          <a:xfrm>
            <a:off x="9692640" y="363016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/home/claude/pipelineiq/icons/bell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3758184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796528" y="423367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2990088" y="5989320"/>
            <a:ext cx="6217920" cy="502920"/>
          </a:xfrm>
          <a:prstGeom prst="roundRect">
            <a:avLst>
              <a:gd name="adj" fmla="val 49091"/>
            </a:avLst>
          </a:prstGeom>
          <a:solidFill>
            <a:srgbClr val="0F8B8D"/>
          </a:solidFill>
          <a:ln/>
        </p:spPr>
      </p:sp>
      <p:sp>
        <p:nvSpPr>
          <p:cNvPr id="38" name="Text 28"/>
          <p:cNvSpPr/>
          <p:nvPr/>
        </p:nvSpPr>
        <p:spPr>
          <a:xfrm>
            <a:off x="2990088" y="5989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Azure Service Bus · Azure PostgreSQL · Key Vault CSI Driver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natively for Azure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PipelineIQ runs on managed Azure services chosen for resilience, scale, and secure-by-default operation.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87752" cy="39776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14600"/>
            <a:ext cx="621792" cy="62179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7" name="Image 0" descr="/home/claude/pipelineiq/icons/cubes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700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392424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4142232"/>
            <a:ext cx="207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all Dockerized microservices with independent builds and deployments.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4428" y="2148840"/>
            <a:ext cx="2587752" cy="39776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0460" y="2514600"/>
            <a:ext cx="621792" cy="62179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2" name="Image 1" descr="/home/claude/pipelineiq/icons/rout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67004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0460" y="3392424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80460" y="4142232"/>
            <a:ext cx="207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messaging backbone connecting every microservice reliably.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08776" y="2148840"/>
            <a:ext cx="2587752" cy="39776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4808" y="2514600"/>
            <a:ext cx="621792" cy="62179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7" name="Image 2" descr="/home/claude/pipelineiq/icons/databas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67004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4808" y="3392424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4808" y="4142232"/>
            <a:ext cx="207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storing pipeline, workflow, and run data.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93124" y="2148840"/>
            <a:ext cx="2587752" cy="39776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49156" y="2514600"/>
            <a:ext cx="621792" cy="621792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2" name="Image 3" descr="/home/claude/pipelineiq/icons/key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267004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9156" y="3392424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CSI Driver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49156" y="4142232"/>
            <a:ext cx="207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secrets securely into pods without storing credentials in code.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ingress, isolated services, fast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1109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5" name="Image 0" descr="/home/claude/pipelineiq/icons/networ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391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 Ingress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185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Gateway Ingress Controller routes all external traffic into AKS.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78561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9" name="Image 1" descr="/home/claude/pipelineiq/icons/lo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9136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40599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to PipelineIQ is encrypted end-to-end over HTTPS.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566013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3" name="Image 2" descr="/home/claude/pipelineiq/icons/shield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7881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authentication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59344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 is verified through Microsoft Entra ID before any access is granted.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191109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17" name="Image 3" descr="/home/claude/pipelineiq/icons/docker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0391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services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949440" y="2185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ships as an independent container image.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78561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1" name="Image 4" descr="/home/claude/pipelineiq/icons/layer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391363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949440" y="40599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build and deploy on their own release cadence without coupling.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5660136"/>
            <a:ext cx="512064" cy="512064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5" name="Image 5" descr="/home/claude/pipelineiq/icons/cloud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578815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AKS-native runtime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949440" y="59344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run and scale natively on Azure Kubernetes Service.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32C5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32C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red pipeline to clear fix — fast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PipelineIQ gives developers a single, secure place to see CI/CD failures clearly and act on AI-generated remediation — without leaving the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132C52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715768"/>
            <a:ext cx="621792" cy="621792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9" name="Image 0" descr="/home/claude/pipelineiq/icon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87121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5021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39319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29000" y="242316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132C52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0" y="2715768"/>
            <a:ext cx="621792" cy="621792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4" name="Image 1" descr="/home/claude/pipelineiq/icons/robo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5021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66160" y="39319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7920" y="242316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132C52"/>
          </a:solidFill>
          <a:ln/>
        </p:spPr>
      </p:sp>
      <p:sp>
        <p:nvSpPr>
          <p:cNvPr id="18" name="Shape 14"/>
          <p:cNvSpPr/>
          <p:nvPr/>
        </p:nvSpPr>
        <p:spPr>
          <a:xfrm>
            <a:off x="7178040" y="2715768"/>
            <a:ext cx="621792" cy="621792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9" name="Image 2" descr="/home/claude/pipelineiq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87121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5021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55080" y="39319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recovery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06840" y="242316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132C52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6960" y="2715768"/>
            <a:ext cx="621792" cy="621792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4" name="Image 3" descr="/home/claude/pipelineiq/icons/clou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287121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35021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44000" y="39319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PipelineIQ — DevOps Intelligence on Azure Kubernetes Service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PipelineIQ — Cloud-Native DevOps Intelligence Platform</dc:title>
  <dc:subject>PptxGenJS Presentation</dc:subject>
  <dc:creator>PipelineIQ</dc:creator>
  <cp:lastModifiedBy>PipelineIQ</cp:lastModifiedBy>
  <cp:revision>1</cp:revision>
  <dcterms:created xsi:type="dcterms:W3CDTF">2026-06-20T11:59:34Z</dcterms:created>
  <dcterms:modified xsi:type="dcterms:W3CDTF">2026-06-20T11:59:34Z</dcterms:modified>
</cp:coreProperties>
</file>